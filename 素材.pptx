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4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AF9B5-936D-D819-B035-FF6DABD4F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B730CD-23E5-746D-A911-EBE63022B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B207B-2BB4-B4C0-72CA-4A9D33AE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63920A-5C84-ED5E-8CED-48CB445C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C7804C-BCB3-0D90-C13F-7170AAC6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8FD4E-EA55-F42A-0C6D-D8925546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DD6EFF-EA2C-3FFE-EF42-52DA5C24D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F3A6AE-2214-F48D-40FB-93F7F298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ABCBBB-6A85-EE9A-E05F-6C31B1F8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AB9598-4960-E5D0-3652-76A13B24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65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1DF9E-6769-9421-6FF0-5EA0555B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CD2ED2-DCCF-D9CF-977A-125C81E13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DBECA-9F4B-044B-5624-BCCB9B4C9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F2355-0EE8-3AC4-29BF-490D0459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14D7FD-CD23-09A2-4CE8-85E7AB00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16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540AA1-2188-9B08-2DB8-AF25C989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093B05-50E4-1834-6FEC-2B4DC7379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A55358-2596-7C2B-4725-F30B36EA6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9897A9-0691-1330-D86A-9FCCFD11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8374FF-C7E9-A03C-2CCA-D62D54EE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B9D77-A628-4CB6-1F5C-30410882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87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C4FBB-55BF-A0C4-2B69-74DFC5E5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537D3A-F65E-F22B-EFB7-A52F536E2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BF96DA-06F2-098D-EA49-2BE4C8E69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764045-A97C-D0B4-4FE6-64B4FE18E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4195FE-A38E-C2D1-5865-5137420B94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97011-385E-832F-60F1-1D31A373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F91CD3-8C40-91CC-995A-D675B411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1CB74E-151E-407C-EF64-64C9F6161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68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DE034-A4B2-B865-D283-BEB7E6CD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126197-0340-4B32-EBC8-171C9F9F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E299A6-FE85-ABAA-1DCB-B6D7B168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B34AB9-FFFE-3796-51B9-B5BB0D14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59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61E36D-580B-5700-17B5-E063446D7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40B404-6CCC-A1F2-E4C1-FC7B7BFC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0C084C-B4AB-B361-AF1F-1E599C64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2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F7912-739A-56BB-73D2-9FFA96D1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02649B-4DEC-FD8D-10C8-FA2103042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0DCA97-5A99-F91A-A920-FDFC187F5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D29C3B-E1F3-F1BB-5667-C51C1E1B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7A2F8E-7E23-0CB7-8D73-9A2B65B6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161F1-8170-AD8A-2645-D926AE93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93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B437D-FA24-A601-F701-6123CF679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93E52E-046A-7B21-A206-D2188925B6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7ADF82-25C4-8E9B-4E51-690FDBB94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ACEA0D-D9B9-3F51-CDF0-D676879B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D3236A-98B8-5F71-C91C-40D5136C1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525FCD-B9D8-D9A6-7258-EDB9850C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88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DC179-C0D5-6471-F719-E270EFAB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E28AC7-3BE5-C7E8-849E-18E9D10E3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5A49D3-7F98-8AC9-B20C-0257D5249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26BF76-F1CD-A044-DBF9-E44BED7D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B0167-05EE-D377-25F6-837D3D73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07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C8393D-D0AF-3AF0-2003-7E8C2710B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2E8811-2D3B-E192-CB40-5D7BE9FAC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792767-8F3C-0A3A-5890-116B16F0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B9420-E84A-6A99-01A2-B2A5DDC6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00AE6-6D2B-3850-2D5C-E58D3687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53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977E44-D385-2ACE-C3D9-8177DB3C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DC6B8F-754F-97BD-6663-41D2235BB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4FAFF3-7444-0CA5-2FB5-F8D03CB31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4375D-AF12-4015-87C5-FE259FE9542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0562A-245C-5D23-7DCE-FF398DF97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5C061-65EE-90E4-9341-0BA7CE386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D9A0A-88B6-4F3D-BCD1-AFCC7229D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30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C6F96F8-E7D4-6287-354F-FF98458FA3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35241" y="589890"/>
            <a:ext cx="3014320" cy="5638553"/>
          </a:xfrm>
          <a:prstGeom prst="rect">
            <a:avLst/>
          </a:prstGeom>
          <a:solidFill>
            <a:srgbClr val="C0000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测试 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NPC 1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疲惫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389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黑体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2025-11-20T15:16:24Z</dcterms:created>
  <dcterms:modified xsi:type="dcterms:W3CDTF">2025-11-21T00:13:59Z</dcterms:modified>
</cp:coreProperties>
</file>